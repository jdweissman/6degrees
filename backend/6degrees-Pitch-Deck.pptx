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6degrees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6degrees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Fundraising Intelligence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Investment Opportunity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 is broken for founders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manage 50-100+ investor conversations across email, spreadsheets, and Calendly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which investors are the best fit for their startup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pitch feedback — "needs more traction" without actionable specifics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intros are invisible — founders don't know who they know at target firms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6-12 month fundraising cycles with 2-5% success rates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products in one platform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Startup Evaluation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377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pitch analysis using the same 10 categories Bay Area angels use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Investor Matching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investors by fit — stage, sector, check size, and portfolio overlap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18872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Fundraising CRM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4572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interaction, never miss a followup, manage your pipeline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Secret Sauce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categories from Bay Area angel investors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Problem-solution fit, value prop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TAM/SAM/SOM, timing, trends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Differentiation, roadmap, moat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users, growth, retention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Landscape, positioning, defensibility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Channels, CAC, sales process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capability, scalability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Experience, gaps, advisors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Projections, unit economics, runway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milestones, use of funds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Product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working 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founders get: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for each of 10 categories (1-10)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feedback: "You stated $100B TAM but didn't show calculation"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improvements: "Add bottom-up TAM: # customers × price/year"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resources based on weak areas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assessment + recommended 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Coming Next: Fundraising CRM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your pipeline, not a spreadsheet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board: researching → contacted → meeting → DD → term sheet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Interaction Logging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email, call, meeting with notes and followups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Reminders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forget to follow up — alerts for stalled conversations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Outreach Templates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Pre-written emails for cold outreach, followups, intro requests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Meeting Prep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846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brief: investor thesis, portfolio, prior interactions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303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MVP: 4 weeks to launch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500,000+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raising annually (US)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300,000+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angel investors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~12,000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VC-backed deals/year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TAM: $2.5B (fundraising software + investor intelligence)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→ Premium → Enterprise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74320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evaluation/month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investor search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CRM contacts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743200" cy="292608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Founder Pro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$49/mo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616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evaluations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investor matching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CRM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274320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$199/mo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9224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flow alerts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startups (8+ score)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tracking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Marketing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Build-in-public series on LinkedIn/X (3-5 posts/week)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Accelerator Partnerships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for YC, Techstars, a16z Speedrun cohorts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Angel Syndicates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tier for AngelList syndicate leads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Product-Led Growth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evaluation → viral sharing → upgrade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Goal: 1,000 active founders in 90 days → $2,500 MRR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Strength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Weakness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Affinity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$100+/mo, no evaluation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DocSend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tracking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CRM, no investor intel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Crunchbase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database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workflow tools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6degrees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+ AI evaluation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unproven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201168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live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MVP launch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beta users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828800"/>
            <a:ext cx="201168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2026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3464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templates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2971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partnerships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users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828800"/>
            <a:ext cx="201168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2026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tier launch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971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integrations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users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40880" y="1828800"/>
            <a:ext cx="201168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2026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376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23760" y="2971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prep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$500K Seed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runway to Series 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(2 FTEs)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+ Marketing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4206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+ Legal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0" y="4754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Milestone: $50K MRR, 5,000 active users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6degrees.ai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Jesse Weissman | jdweissman@gmail.com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2026-04-24T23:01:50Z</dcterms:created>
  <dcterms:modified xsi:type="dcterms:W3CDTF">2026-04-24T23:01:50Z</dcterms:modified>
</cp:coreProperties>
</file>